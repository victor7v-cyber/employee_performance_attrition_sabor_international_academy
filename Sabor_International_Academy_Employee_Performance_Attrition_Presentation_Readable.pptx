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3400" b="1">
                <a:solidFill>
                  <a:srgbClr val="FFFFFF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Employee Performance &amp; Attrition Prediction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200">
                <a:solidFill>
                  <a:srgbClr val="E1EBF5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Findings &amp; Recommendations for Sabor International Academy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C8D7E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Data Analyst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Presentation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Use employee workforce data to understand patterns associated with attrition.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Develop a performance index using Job Satisfaction, Work-Life Balance and Performance Rating.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Compare three classification approaches for predicting employee attrition.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Translate the findings into practical retention and workforce-monitoring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Analytical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From raw workforce data to decision-support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Data preparation: missing-value handling, categorical encoding and numerical standardization.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Exploratory analysis: relationships among satisfaction, performance, work-life balance and workforce variables.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Feature engineering: PerformanceIndex = Job Satisfaction × Work-Life Balance × Performance Rating.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Modeling: Logistic Regression, Decision Tree and Random Forest.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Evaluation: test accuracy, classification reports, confusion matrix and 5-fold cross-validation.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Performance &amp; Workforce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10896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0.166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Job Satisfaction ↔ Performance Rating correlation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554480"/>
            <a:ext cx="310896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3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Classification models evaluated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310896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5-fold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Cross-validation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The observed Job Satisfaction–Performance Rating correlation was positive but modest.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The analysis supports looking at multiple workforce factors together rather than relying on one measure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Model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46.7%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Logistic Regression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63040"/>
            <a:ext cx="329184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53.3%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Decision Tree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29184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63.3%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Random Forest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Random Forest delivered the strongest test accuracy among the three evaluated models.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That is a 16.7-percentage-point improvement over Logistic Regression.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Random Forest recall for employees who left was 69%, making it useful as a screening signal—but not a standalone HR decision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What the Results Mean for Sabor International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Employee attrition can be approached as a data-monitoring problem rather than only a retrospective HR issue.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Model outputs can help HR prioritize which employees or groups may need closer attention.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Performance, satisfaction and work-life factors should be considered together when reviewing retention risk.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Use the model as decision support alongside manager feedback, employee engagement information and HR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1. Establish a regular attrition-risk monitoring process using updated employee data.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2. Prioritize follow-up conversations for employees flagged as potentially higher risk.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3. Track job satisfaction, work-life balance and performance indicators together.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4. Investigate workload, overtime, compensation and tenure patterns as additional HR signals.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5. Re-train and validate the model as more historical employee data becomes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The current model should be treated as an analytical prototype, not an automated employee decision system.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Test accuracy alone does not establish that the model will generalize to future employees.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More historical Sabor International Academy data would allow stronger validation and monitoring.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Future work: tune models, assess precision/recall and ROC-AUC, address class balance, and test performance on a truly held-out future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Expected Business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Earlier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Potential identification of retention concerns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55448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Targeted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Employee-support interventions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554480"/>
            <a:ext cx="32004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Aft>
                <a:spcPts val="800"/>
              </a:spcAft>
              <a:defRPr sz="30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Data-led</a:t>
            </a:r>
          </a:p>
          <a:p>
            <a:pPr algn="ctr"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Workforce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The project provides a structured starting point for proactive retention planning.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The key value is helping HR focus attention and resources using evidence from workforce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800" b="1">
                <a:solidFill>
                  <a:srgbClr val="192B46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Three classification models were evaluated for employee attrition prediction.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Random Forest performed best on the available test set, with 63.3% accuracy and 69% recall for employees who left.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The results provide Sabor International Academy with a practical data-driven basis for workforce monitoring and targeted retention discussions.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232A32"/>
                </a:solidFill>
              </a:defRPr>
            </a:pPr>
            <a:r>
              <a:rPr sz="1800">
                <a:solidFill>
                  <a:srgbClr val="141414"/>
                </a:solidFill>
                <a:latin typeface="Aptos"/>
              </a:rPr>
              <a:t>Next step: validate the approach with more historical organizational data before operational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